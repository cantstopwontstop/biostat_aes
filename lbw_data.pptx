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Low Birthweight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Setup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189 × 12
      id   low   age mother_weight smoke preterm_labor hypertension
   &lt;dbl&gt; &lt;dbl&gt; &lt;dbl&gt;         &lt;dbl&gt; &lt;dbl&gt;         &lt;dbl&gt;        &lt;dbl&gt;
 1    85     0    19           182     0             0            0
 2    86     0    33           155     0             0            0
 3    87     0    20           105     1             0            0
 4    88     0    21           108     1             0            0
 5    89     0    18           107     1             0            0
 6    91     0    21           124     0             0            0
 7    92     0    22           118     0             0            0
 8    93     0    17           103     0             0            0
 9    94     0    29           123     1             0            0
10    95     0    26           113     1             0            0
# ℹ 179 more rows
# ℹ 5 more variables: uterine_irritability &lt;dbl&gt;, first_trimester_vist &lt;dbl&gt;,
#   birth_weight &lt;dbl&gt;, smoke_yn &lt;chr&gt;, hypertension_yn &lt;fct&gt;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Frequency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2
  smoke_yn percentage_w_n
  &lt;chr&gt;    &lt;glue&gt;        
1 No       115 (61%)     
2 Yes      74 (39%)      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Birthweight Analysis</dc:title>
  <dc:creator/>
  <cp:keywords/>
  <dcterms:created xsi:type="dcterms:W3CDTF">2025-09-02T13:01:03Z</dcterms:created>
  <dcterms:modified xsi:type="dcterms:W3CDTF">2025-09-02T13:01:03Z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